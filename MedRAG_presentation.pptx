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MedRAG: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 RAG pipeline — structured clinical reports and retrieval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clinical evidence retrieval for report generation</a:t>
            </a:r>
          </a:p>
          <a:p>
            <a:r>
              <a:t>Goal: ingest PDFs, retrieve evidence, use LLM to generate structured clinical reports, evaluate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 -&gt; Chunk -&gt; Embed -&gt; VectorStore -&gt; Retrieve -&gt; LLM -&gt;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Example Report Excerpt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**Clinical Diagnostic Report**</a:t>
            </a:r>
          </a:p>
          <a:p/>
          <a:p>
            <a:r>
              <a:t>**1. Brief History and Summary**</a:t>
            </a:r>
          </a:p>
          <a:p/>
          <a:p>
            <a:r>
              <a:t>A 45-year-old patient presents with fever, productive cough, and pleuritic chest pain. The symptoms suggest a lower respiratory tract infection. The patient's presentation is consistent with a diagnosis of pneumonia.</a:t>
            </a:r>
          </a:p>
          <a:p/>
          <a:p>
            <a:r>
              <a:t>**2. Differential Diagnosis (Top Likely Diagnoses with Reasoning)**</a:t>
            </a:r>
          </a:p>
          <a:p/>
          <a:p>
            <a:r>
              <a:t>Based on the patient's symptoms, the top likely diagnoses are:</a:t>
            </a:r>
          </a:p>
          <a:p/>
          <a:p>
            <a:r>
              <a:t>1. **Community-Acquired Pneumonia (CAP)**: The patient's symptoms of fever, productive cough, and pleuritic chest pain are classic for CAP. The most common cause of CAP in adults is Streptococcus pneumoniae (Source: sample1).</a:t>
            </a:r>
          </a:p>
          <a:p>
            <a:r>
              <a:t>2. Acute Bronchitis: Although less likely, acute bronchitis is a possible diagnosis given the patient's cough. However, the presence of pleuritic chest pain and fever makes CAP more likely.</a:t>
            </a:r>
          </a:p>
          <a:p>
            <a:r>
              <a:t>3. Pulmonary Embolism: Although not directly related to the patient's symptoms, pulmonary embolism is a less likely diagnosis that could present with pleuritic chest pain.</a:t>
            </a:r>
          </a:p>
          <a:p/>
          <a:p>
            <a:r>
              <a:t>**3. Recommended Diagnostic Tests and Justification**</a:t>
            </a:r>
          </a:p>
          <a:p/>
          <a:p>
            <a:r>
              <a:t>To confirm the diagnosis and guide management, the following diagnostic tests are recommended:</a:t>
            </a:r>
          </a:p>
          <a:p/>
          <a:p>
            <a:r>
              <a:t>1. **Chest Radiograph (CXR)**: To confirm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r>
                        <a:t>qid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ndcg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q_new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